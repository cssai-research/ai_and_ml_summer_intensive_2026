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85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gungffR/7hunpwkT7aIqyFyaS/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7"/>
  </p:normalViewPr>
  <p:slideViewPr>
    <p:cSldViewPr snapToGrid="0">
      <p:cViewPr varScale="1">
        <p:scale>
          <a:sx n="108" d="100"/>
          <a:sy n="108" d="100"/>
        </p:scale>
        <p:origin x="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45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D10D6609-8124-11D2-80AE-1AB7D92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>
            <a:extLst>
              <a:ext uri="{FF2B5EF4-FFF2-40B4-BE49-F238E27FC236}">
                <a16:creationId xmlns:a16="http://schemas.microsoft.com/office/drawing/2014/main" id="{FCDB6E1A-26E5-5E7C-B2C4-398010357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08AF474A-CACF-32E9-33E9-D3527FD89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895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- Pattern">
  <p:cSld name="Presentation Title -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1645371" y="2094614"/>
            <a:ext cx="9391983" cy="293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1645371" y="5164286"/>
            <a:ext cx="9391983" cy="56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body" idx="2"/>
          </p:nvPr>
        </p:nvSpPr>
        <p:spPr>
          <a:xfrm>
            <a:off x="1645371" y="5998308"/>
            <a:ext cx="9391984" cy="31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>
            <a:spLocks noGrp="1"/>
          </p:cNvSpPr>
          <p:nvPr>
            <p:ph type="body" idx="1"/>
          </p:nvPr>
        </p:nvSpPr>
        <p:spPr>
          <a:xfrm>
            <a:off x="402264" y="1799674"/>
            <a:ext cx="5541336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body" idx="2"/>
          </p:nvPr>
        </p:nvSpPr>
        <p:spPr>
          <a:xfrm>
            <a:off x="6292701" y="1815735"/>
            <a:ext cx="552007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/>
          <p:nvPr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sz="40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- Full Pattern">
  <p:cSld name="Presentation Title - Full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3"/>
          <p:cNvSpPr txBox="1">
            <a:spLocks noGrp="1"/>
          </p:cNvSpPr>
          <p:nvPr>
            <p:ph type="title"/>
          </p:nvPr>
        </p:nvSpPr>
        <p:spPr>
          <a:xfrm>
            <a:off x="623888" y="350875"/>
            <a:ext cx="7886700" cy="272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body" idx="1"/>
          </p:nvPr>
        </p:nvSpPr>
        <p:spPr>
          <a:xfrm>
            <a:off x="623888" y="3122192"/>
            <a:ext cx="7886700" cy="676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body" idx="2"/>
          </p:nvPr>
        </p:nvSpPr>
        <p:spPr>
          <a:xfrm>
            <a:off x="623888" y="6157797"/>
            <a:ext cx="7886700" cy="297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43"/>
          <p:cNvSpPr/>
          <p:nvPr/>
        </p:nvSpPr>
        <p:spPr>
          <a:xfrm>
            <a:off x="729592" y="1041869"/>
            <a:ext cx="2224875" cy="45719"/>
          </a:xfrm>
          <a:prstGeom prst="rect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CCB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- Gradient">
  <p:cSld name="Presentation Title - Gradi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/>
          <p:nvPr/>
        </p:nvSpPr>
        <p:spPr>
          <a:xfrm>
            <a:off x="1155514" y="2892056"/>
            <a:ext cx="9391983" cy="2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endParaRPr sz="4800"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1400009" y="4239253"/>
            <a:ext cx="9391983" cy="56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body" idx="2"/>
          </p:nvPr>
        </p:nvSpPr>
        <p:spPr>
          <a:xfrm>
            <a:off x="1400008" y="5073275"/>
            <a:ext cx="9391984" cy="31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44"/>
          <p:cNvSpPr txBox="1">
            <a:spLocks noGrp="1"/>
          </p:cNvSpPr>
          <p:nvPr>
            <p:ph type="title"/>
          </p:nvPr>
        </p:nvSpPr>
        <p:spPr>
          <a:xfrm>
            <a:off x="1400009" y="1966382"/>
            <a:ext cx="9391983" cy="213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5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45"/>
          <p:cNvSpPr/>
          <p:nvPr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5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6"/>
          <p:cNvSpPr txBox="1">
            <a:spLocks noGrp="1"/>
          </p:cNvSpPr>
          <p:nvPr>
            <p:ph type="title"/>
          </p:nvPr>
        </p:nvSpPr>
        <p:spPr>
          <a:xfrm>
            <a:off x="634019" y="-160480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6"/>
          <p:cNvSpPr txBox="1">
            <a:spLocks noGrp="1"/>
          </p:cNvSpPr>
          <p:nvPr>
            <p:ph type="body" idx="1"/>
          </p:nvPr>
        </p:nvSpPr>
        <p:spPr>
          <a:xfrm>
            <a:off x="634019" y="1501926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6"/>
          <p:cNvSpPr txBox="1">
            <a:spLocks noGrp="1"/>
          </p:cNvSpPr>
          <p:nvPr>
            <p:ph type="body" idx="2"/>
          </p:nvPr>
        </p:nvSpPr>
        <p:spPr>
          <a:xfrm>
            <a:off x="858959" y="186259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46"/>
          <p:cNvSpPr txBox="1">
            <a:spLocks noGrp="1"/>
          </p:cNvSpPr>
          <p:nvPr>
            <p:ph type="body" idx="3"/>
          </p:nvPr>
        </p:nvSpPr>
        <p:spPr>
          <a:xfrm>
            <a:off x="865643" y="2313989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6"/>
          <p:cNvSpPr txBox="1">
            <a:spLocks noGrp="1"/>
          </p:cNvSpPr>
          <p:nvPr>
            <p:ph type="body" idx="4"/>
          </p:nvPr>
        </p:nvSpPr>
        <p:spPr>
          <a:xfrm>
            <a:off x="2235823" y="2039191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46"/>
          <p:cNvSpPr txBox="1">
            <a:spLocks noGrp="1"/>
          </p:cNvSpPr>
          <p:nvPr>
            <p:ph type="body" idx="5"/>
          </p:nvPr>
        </p:nvSpPr>
        <p:spPr>
          <a:xfrm>
            <a:off x="2455966" y="240953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body" idx="6"/>
          </p:nvPr>
        </p:nvSpPr>
        <p:spPr>
          <a:xfrm>
            <a:off x="2457241" y="2868940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body" idx="7"/>
          </p:nvPr>
        </p:nvSpPr>
        <p:spPr>
          <a:xfrm>
            <a:off x="3824344" y="1501926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6"/>
          <p:cNvSpPr txBox="1">
            <a:spLocks noGrp="1"/>
          </p:cNvSpPr>
          <p:nvPr>
            <p:ph type="body" idx="8"/>
          </p:nvPr>
        </p:nvSpPr>
        <p:spPr>
          <a:xfrm>
            <a:off x="4014333" y="186259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6"/>
          <p:cNvSpPr txBox="1">
            <a:spLocks noGrp="1"/>
          </p:cNvSpPr>
          <p:nvPr>
            <p:ph type="body" idx="9"/>
          </p:nvPr>
        </p:nvSpPr>
        <p:spPr>
          <a:xfrm>
            <a:off x="4016932" y="2313989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6"/>
          <p:cNvSpPr txBox="1">
            <a:spLocks noGrp="1"/>
          </p:cNvSpPr>
          <p:nvPr>
            <p:ph type="body" idx="13"/>
          </p:nvPr>
        </p:nvSpPr>
        <p:spPr>
          <a:xfrm>
            <a:off x="5411063" y="2039191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6"/>
          <p:cNvSpPr txBox="1">
            <a:spLocks noGrp="1"/>
          </p:cNvSpPr>
          <p:nvPr>
            <p:ph type="body" idx="14"/>
          </p:nvPr>
        </p:nvSpPr>
        <p:spPr>
          <a:xfrm>
            <a:off x="5602196" y="240953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6"/>
          <p:cNvSpPr txBox="1">
            <a:spLocks noGrp="1"/>
          </p:cNvSpPr>
          <p:nvPr>
            <p:ph type="body" idx="15"/>
          </p:nvPr>
        </p:nvSpPr>
        <p:spPr>
          <a:xfrm>
            <a:off x="5597379" y="2868940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body" idx="16"/>
          </p:nvPr>
        </p:nvSpPr>
        <p:spPr>
          <a:xfrm>
            <a:off x="6974920" y="1501926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6"/>
          <p:cNvSpPr txBox="1">
            <a:spLocks noGrp="1"/>
          </p:cNvSpPr>
          <p:nvPr>
            <p:ph type="body" idx="17"/>
          </p:nvPr>
        </p:nvSpPr>
        <p:spPr>
          <a:xfrm>
            <a:off x="7178770" y="186259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6"/>
          <p:cNvSpPr txBox="1">
            <a:spLocks noGrp="1"/>
          </p:cNvSpPr>
          <p:nvPr>
            <p:ph type="body" idx="18"/>
          </p:nvPr>
        </p:nvSpPr>
        <p:spPr>
          <a:xfrm>
            <a:off x="7177427" y="2313989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6"/>
          <p:cNvSpPr txBox="1">
            <a:spLocks noGrp="1"/>
          </p:cNvSpPr>
          <p:nvPr>
            <p:ph type="body" idx="19"/>
          </p:nvPr>
        </p:nvSpPr>
        <p:spPr>
          <a:xfrm>
            <a:off x="8592206" y="2039191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46"/>
          <p:cNvSpPr txBox="1">
            <a:spLocks noGrp="1"/>
          </p:cNvSpPr>
          <p:nvPr>
            <p:ph type="body" idx="20"/>
          </p:nvPr>
        </p:nvSpPr>
        <p:spPr>
          <a:xfrm>
            <a:off x="8766633" y="240953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6"/>
          <p:cNvSpPr txBox="1">
            <a:spLocks noGrp="1"/>
          </p:cNvSpPr>
          <p:nvPr>
            <p:ph type="body" idx="21"/>
          </p:nvPr>
        </p:nvSpPr>
        <p:spPr>
          <a:xfrm>
            <a:off x="8767012" y="2868940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46"/>
          <p:cNvSpPr txBox="1">
            <a:spLocks noGrp="1"/>
          </p:cNvSpPr>
          <p:nvPr>
            <p:ph type="body" idx="22"/>
          </p:nvPr>
        </p:nvSpPr>
        <p:spPr>
          <a:xfrm>
            <a:off x="10172550" y="1501926"/>
            <a:ext cx="1323181" cy="32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46"/>
          <p:cNvSpPr txBox="1">
            <a:spLocks noGrp="1"/>
          </p:cNvSpPr>
          <p:nvPr>
            <p:ph type="body" idx="23"/>
          </p:nvPr>
        </p:nvSpPr>
        <p:spPr>
          <a:xfrm>
            <a:off x="10354496" y="1862598"/>
            <a:ext cx="1324810" cy="4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46"/>
          <p:cNvSpPr txBox="1">
            <a:spLocks noGrp="1"/>
          </p:cNvSpPr>
          <p:nvPr>
            <p:ph type="body" idx="24"/>
          </p:nvPr>
        </p:nvSpPr>
        <p:spPr>
          <a:xfrm>
            <a:off x="10356297" y="2313989"/>
            <a:ext cx="1323181" cy="122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Clr>
                <a:srgbClr val="18150A"/>
              </a:buClr>
              <a:buSzPts val="1200"/>
              <a:buNone/>
              <a:defRPr sz="1200" b="0">
                <a:solidFill>
                  <a:srgbClr val="18150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>
                <a:solidFill>
                  <a:schemeClr val="accent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6"/>
          <p:cNvSpPr>
            <a:spLocks noGrp="1"/>
          </p:cNvSpPr>
          <p:nvPr>
            <p:ph type="pic" idx="25"/>
          </p:nvPr>
        </p:nvSpPr>
        <p:spPr>
          <a:xfrm>
            <a:off x="759232" y="3652287"/>
            <a:ext cx="1581295" cy="2555204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46"/>
          <p:cNvSpPr>
            <a:spLocks noGrp="1"/>
          </p:cNvSpPr>
          <p:nvPr>
            <p:ph type="pic" idx="26"/>
          </p:nvPr>
        </p:nvSpPr>
        <p:spPr>
          <a:xfrm>
            <a:off x="2367280" y="4184005"/>
            <a:ext cx="1512487" cy="2023486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6"/>
          <p:cNvSpPr>
            <a:spLocks noGrp="1"/>
          </p:cNvSpPr>
          <p:nvPr>
            <p:ph type="pic" idx="27"/>
          </p:nvPr>
        </p:nvSpPr>
        <p:spPr>
          <a:xfrm>
            <a:off x="3900819" y="3652287"/>
            <a:ext cx="1555734" cy="2555204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46"/>
          <p:cNvSpPr>
            <a:spLocks noGrp="1"/>
          </p:cNvSpPr>
          <p:nvPr>
            <p:ph type="pic" idx="28"/>
          </p:nvPr>
        </p:nvSpPr>
        <p:spPr>
          <a:xfrm>
            <a:off x="5478124" y="4184005"/>
            <a:ext cx="1602043" cy="2023486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46"/>
          <p:cNvSpPr>
            <a:spLocks noGrp="1"/>
          </p:cNvSpPr>
          <p:nvPr>
            <p:ph type="pic" idx="29"/>
          </p:nvPr>
        </p:nvSpPr>
        <p:spPr>
          <a:xfrm>
            <a:off x="7100317" y="3652287"/>
            <a:ext cx="1542438" cy="2555204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46"/>
          <p:cNvSpPr>
            <a:spLocks noGrp="1"/>
          </p:cNvSpPr>
          <p:nvPr>
            <p:ph type="pic" idx="30"/>
          </p:nvPr>
        </p:nvSpPr>
        <p:spPr>
          <a:xfrm>
            <a:off x="8669923" y="4194440"/>
            <a:ext cx="1570004" cy="2013051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46"/>
          <p:cNvSpPr>
            <a:spLocks noGrp="1"/>
          </p:cNvSpPr>
          <p:nvPr>
            <p:ph type="pic" idx="31"/>
          </p:nvPr>
        </p:nvSpPr>
        <p:spPr>
          <a:xfrm>
            <a:off x="10260048" y="3652287"/>
            <a:ext cx="1552723" cy="2555204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46"/>
          <p:cNvSpPr/>
          <p:nvPr/>
        </p:nvSpPr>
        <p:spPr>
          <a:xfrm>
            <a:off x="671404" y="2020534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6"/>
          <p:cNvSpPr/>
          <p:nvPr/>
        </p:nvSpPr>
        <p:spPr>
          <a:xfrm>
            <a:off x="2269516" y="2554713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6"/>
          <p:cNvSpPr/>
          <p:nvPr/>
        </p:nvSpPr>
        <p:spPr>
          <a:xfrm>
            <a:off x="10155633" y="2020534"/>
            <a:ext cx="164452" cy="164592"/>
          </a:xfrm>
          <a:prstGeom prst="ellipse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6"/>
          <p:cNvSpPr/>
          <p:nvPr/>
        </p:nvSpPr>
        <p:spPr>
          <a:xfrm>
            <a:off x="8566892" y="2536591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6"/>
          <p:cNvSpPr/>
          <p:nvPr/>
        </p:nvSpPr>
        <p:spPr>
          <a:xfrm>
            <a:off x="6996315" y="2020534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6"/>
          <p:cNvSpPr/>
          <p:nvPr/>
        </p:nvSpPr>
        <p:spPr>
          <a:xfrm>
            <a:off x="5379997" y="2556472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6"/>
          <p:cNvSpPr/>
          <p:nvPr/>
        </p:nvSpPr>
        <p:spPr>
          <a:xfrm>
            <a:off x="3797541" y="2020534"/>
            <a:ext cx="164452" cy="164592"/>
          </a:xfrm>
          <a:prstGeom prst="ellipse">
            <a:avLst/>
          </a:prstGeom>
          <a:solidFill>
            <a:srgbClr val="9CCB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46"/>
          <p:cNvCxnSpPr/>
          <p:nvPr/>
        </p:nvCxnSpPr>
        <p:spPr>
          <a:xfrm>
            <a:off x="743798" y="2254288"/>
            <a:ext cx="0" cy="396317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3" name="Google Shape;133;p46"/>
          <p:cNvCxnSpPr/>
          <p:nvPr/>
        </p:nvCxnSpPr>
        <p:spPr>
          <a:xfrm>
            <a:off x="2351663" y="2788467"/>
            <a:ext cx="0" cy="3429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4" name="Google Shape;134;p46"/>
          <p:cNvCxnSpPr/>
          <p:nvPr/>
        </p:nvCxnSpPr>
        <p:spPr>
          <a:xfrm>
            <a:off x="10239953" y="2254288"/>
            <a:ext cx="4829" cy="3963179"/>
          </a:xfrm>
          <a:prstGeom prst="straightConnector1">
            <a:avLst/>
          </a:prstGeom>
          <a:noFill/>
          <a:ln w="25400" cap="flat" cmpd="sng">
            <a:solidFill>
              <a:srgbClr val="9CCB3B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" name="Google Shape;135;p46"/>
          <p:cNvCxnSpPr/>
          <p:nvPr/>
        </p:nvCxnSpPr>
        <p:spPr>
          <a:xfrm>
            <a:off x="8651137" y="2788467"/>
            <a:ext cx="0" cy="3429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" name="Google Shape;136;p46"/>
          <p:cNvCxnSpPr/>
          <p:nvPr/>
        </p:nvCxnSpPr>
        <p:spPr>
          <a:xfrm flipH="1">
            <a:off x="7078541" y="2254288"/>
            <a:ext cx="4439" cy="396317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7" name="Google Shape;137;p46"/>
          <p:cNvCxnSpPr/>
          <p:nvPr/>
        </p:nvCxnSpPr>
        <p:spPr>
          <a:xfrm>
            <a:off x="5463674" y="2788467"/>
            <a:ext cx="0" cy="3429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8" name="Google Shape;138;p46"/>
          <p:cNvCxnSpPr/>
          <p:nvPr/>
        </p:nvCxnSpPr>
        <p:spPr>
          <a:xfrm>
            <a:off x="3872531" y="2254288"/>
            <a:ext cx="0" cy="396317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46"/>
          <p:cNvSpPr/>
          <p:nvPr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6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6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7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>
                <a:solidFill>
                  <a:schemeClr val="dk2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>
                <a:solidFill>
                  <a:schemeClr val="dk2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solidFill>
                  <a:schemeClr val="dk2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solidFill>
                  <a:schemeClr val="dk2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solidFill>
                  <a:schemeClr val="dk2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5" name="Google Shape;145;p47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p47"/>
          <p:cNvSpPr/>
          <p:nvPr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7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7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-3 Photo">
  <p:cSld name="Content-3 Pho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8"/>
          <p:cNvSpPr>
            <a:spLocks noGrp="1"/>
          </p:cNvSpPr>
          <p:nvPr>
            <p:ph type="pic" idx="2"/>
          </p:nvPr>
        </p:nvSpPr>
        <p:spPr>
          <a:xfrm>
            <a:off x="7540292" y="0"/>
            <a:ext cx="4651708" cy="2022145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51" name="Google Shape;151;p48"/>
          <p:cNvSpPr>
            <a:spLocks noGrp="1"/>
          </p:cNvSpPr>
          <p:nvPr>
            <p:ph type="pic" idx="3"/>
          </p:nvPr>
        </p:nvSpPr>
        <p:spPr>
          <a:xfrm>
            <a:off x="7540292" y="2133604"/>
            <a:ext cx="4651708" cy="1981196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52" name="Google Shape;152;p48"/>
          <p:cNvSpPr>
            <a:spLocks noGrp="1"/>
          </p:cNvSpPr>
          <p:nvPr>
            <p:ph type="pic" idx="4"/>
          </p:nvPr>
        </p:nvSpPr>
        <p:spPr>
          <a:xfrm>
            <a:off x="7540292" y="4226259"/>
            <a:ext cx="4651708" cy="1982967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53" name="Google Shape;153;p48"/>
          <p:cNvSpPr/>
          <p:nvPr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8"/>
          <p:cNvSpPr txBox="1">
            <a:spLocks noGrp="1"/>
          </p:cNvSpPr>
          <p:nvPr>
            <p:ph type="body" idx="1"/>
          </p:nvPr>
        </p:nvSpPr>
        <p:spPr>
          <a:xfrm>
            <a:off x="402264" y="1825625"/>
            <a:ext cx="6890076" cy="405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8"/>
          <p:cNvSpPr txBox="1"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8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8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-4 Photo">
  <p:cSld name="Content-4 Photo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9"/>
          <p:cNvSpPr>
            <a:spLocks noGrp="1"/>
          </p:cNvSpPr>
          <p:nvPr>
            <p:ph type="pic" idx="2"/>
          </p:nvPr>
        </p:nvSpPr>
        <p:spPr>
          <a:xfrm>
            <a:off x="2" y="-1"/>
            <a:ext cx="4651708" cy="1972159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60" name="Google Shape;160;p49"/>
          <p:cNvSpPr>
            <a:spLocks noGrp="1"/>
          </p:cNvSpPr>
          <p:nvPr>
            <p:ph type="pic" idx="3"/>
          </p:nvPr>
        </p:nvSpPr>
        <p:spPr>
          <a:xfrm>
            <a:off x="2" y="2072643"/>
            <a:ext cx="2263242" cy="1972159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61" name="Google Shape;161;p49"/>
          <p:cNvSpPr>
            <a:spLocks noGrp="1"/>
          </p:cNvSpPr>
          <p:nvPr>
            <p:ph type="pic" idx="4"/>
          </p:nvPr>
        </p:nvSpPr>
        <p:spPr>
          <a:xfrm>
            <a:off x="0" y="4145287"/>
            <a:ext cx="4651709" cy="2072179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62" name="Google Shape;162;p49"/>
          <p:cNvSpPr>
            <a:spLocks noGrp="1"/>
          </p:cNvSpPr>
          <p:nvPr>
            <p:ph type="pic" idx="5"/>
          </p:nvPr>
        </p:nvSpPr>
        <p:spPr>
          <a:xfrm>
            <a:off x="2388468" y="2072643"/>
            <a:ext cx="2263242" cy="1972159"/>
          </a:xfrm>
          <a:prstGeom prst="rect">
            <a:avLst/>
          </a:prstGeom>
          <a:solidFill>
            <a:srgbClr val="BFBFBF">
              <a:alpha val="49803"/>
            </a:srgbClr>
          </a:solidFill>
          <a:ln>
            <a:noFill/>
          </a:ln>
        </p:spPr>
      </p:sp>
      <p:sp>
        <p:nvSpPr>
          <p:cNvPr id="163" name="Google Shape;163;p49"/>
          <p:cNvSpPr/>
          <p:nvPr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9"/>
          <p:cNvSpPr txBox="1">
            <a:spLocks noGrp="1"/>
          </p:cNvSpPr>
          <p:nvPr>
            <p:ph type="body" idx="1"/>
          </p:nvPr>
        </p:nvSpPr>
        <p:spPr>
          <a:xfrm>
            <a:off x="4976816" y="1825625"/>
            <a:ext cx="6890076" cy="405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9"/>
          <p:cNvSpPr txBox="1">
            <a:spLocks noGrp="1"/>
          </p:cNvSpPr>
          <p:nvPr>
            <p:ph type="title"/>
          </p:nvPr>
        </p:nvSpPr>
        <p:spPr>
          <a:xfrm>
            <a:off x="4976816" y="772701"/>
            <a:ext cx="6890075" cy="91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9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9"/>
          <p:cNvSpPr txBox="1">
            <a:spLocks noGrp="1"/>
          </p:cNvSpPr>
          <p:nvPr>
            <p:ph type="sldNum" idx="12"/>
          </p:nvPr>
        </p:nvSpPr>
        <p:spPr>
          <a:xfrm>
            <a:off x="11380971" y="6402431"/>
            <a:ext cx="4318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Green">
  <p:cSld name="Divider - Gree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0"/>
          <p:cNvSpPr/>
          <p:nvPr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54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0"/>
          <p:cNvSpPr txBox="1">
            <a:spLocks noGrp="1"/>
          </p:cNvSpPr>
          <p:nvPr>
            <p:ph type="title"/>
          </p:nvPr>
        </p:nvSpPr>
        <p:spPr>
          <a:xfrm>
            <a:off x="847116" y="2493335"/>
            <a:ext cx="10497768" cy="187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 - Green">
  <p:cSld name="1_Divider - Gree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1"/>
          <p:cNvSpPr/>
          <p:nvPr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1"/>
          <p:cNvSpPr txBox="1">
            <a:spLocks noGrp="1"/>
          </p:cNvSpPr>
          <p:nvPr>
            <p:ph type="title"/>
          </p:nvPr>
        </p:nvSpPr>
        <p:spPr>
          <a:xfrm>
            <a:off x="847116" y="2493335"/>
            <a:ext cx="10497768" cy="187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Gradient">
  <p:cSld name="Divider - Gradi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2"/>
          <p:cNvSpPr txBox="1">
            <a:spLocks noGrp="1"/>
          </p:cNvSpPr>
          <p:nvPr>
            <p:ph type="title"/>
          </p:nvPr>
        </p:nvSpPr>
        <p:spPr>
          <a:xfrm>
            <a:off x="847116" y="2493335"/>
            <a:ext cx="10497768" cy="187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Full Pattern">
  <p:cSld name="Divider - Full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"/>
          <p:cNvSpPr txBox="1">
            <a:spLocks noGrp="1"/>
          </p:cNvSpPr>
          <p:nvPr>
            <p:ph type="title"/>
          </p:nvPr>
        </p:nvSpPr>
        <p:spPr>
          <a:xfrm>
            <a:off x="847116" y="2493335"/>
            <a:ext cx="10497768" cy="187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oto">
  <p:cSld name="1 Photo"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4"/>
          <p:cNvSpPr>
            <a:spLocks noGrp="1"/>
          </p:cNvSpPr>
          <p:nvPr>
            <p:ph type="pic" idx="2"/>
          </p:nvPr>
        </p:nvSpPr>
        <p:spPr>
          <a:xfrm>
            <a:off x="-3048" y="0"/>
            <a:ext cx="12198096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oto">
  <p:cSld name="2 Photo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5"/>
          <p:cNvSpPr>
            <a:spLocks noGrp="1"/>
          </p:cNvSpPr>
          <p:nvPr>
            <p:ph type="pic" idx="2"/>
          </p:nvPr>
        </p:nvSpPr>
        <p:spPr>
          <a:xfrm>
            <a:off x="6156960" y="0"/>
            <a:ext cx="6035040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  <p:sp>
        <p:nvSpPr>
          <p:cNvPr id="182" name="Google Shape;182;p55"/>
          <p:cNvSpPr>
            <a:spLocks noGrp="1"/>
          </p:cNvSpPr>
          <p:nvPr>
            <p:ph type="pic" idx="3"/>
          </p:nvPr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hoto">
  <p:cSld name="3 Photo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6"/>
          <p:cNvSpPr>
            <a:spLocks noGrp="1"/>
          </p:cNvSpPr>
          <p:nvPr>
            <p:ph type="pic" idx="2"/>
          </p:nvPr>
        </p:nvSpPr>
        <p:spPr>
          <a:xfrm>
            <a:off x="4107180" y="0"/>
            <a:ext cx="3977640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  <p:sp>
        <p:nvSpPr>
          <p:cNvPr id="185" name="Google Shape;185;p56"/>
          <p:cNvSpPr>
            <a:spLocks noGrp="1"/>
          </p:cNvSpPr>
          <p:nvPr>
            <p:ph type="pic" idx="3"/>
          </p:nvPr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  <p:sp>
        <p:nvSpPr>
          <p:cNvPr id="186" name="Google Shape;186;p56"/>
          <p:cNvSpPr>
            <a:spLocks noGrp="1"/>
          </p:cNvSpPr>
          <p:nvPr>
            <p:ph type="pic" idx="4"/>
          </p:nvPr>
        </p:nvSpPr>
        <p:spPr>
          <a:xfrm>
            <a:off x="8214360" y="0"/>
            <a:ext cx="3977640" cy="6858000"/>
          </a:xfrm>
          <a:prstGeom prst="rect">
            <a:avLst/>
          </a:prstGeom>
          <a:solidFill>
            <a:srgbClr val="DCDCDC">
              <a:alpha val="49803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-Green">
  <p:cSld name="Blank-Gree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7"/>
          <p:cNvSpPr/>
          <p:nvPr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Gradient">
  <p:cSld name="Blank - Gradi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"/>
          <p:cNvSpPr txBox="1">
            <a:spLocks noGrp="1"/>
          </p:cNvSpPr>
          <p:nvPr>
            <p:ph type="title"/>
          </p:nvPr>
        </p:nvSpPr>
        <p:spPr>
          <a:xfrm>
            <a:off x="1847253" y="1572100"/>
            <a:ext cx="9391983" cy="293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fontAlgn="base"/>
            <a:r>
              <a:rPr lang="en-US" dirty="0"/>
              <a:t>AI &amp; Machine Learning Summer Intensive - 2026</a:t>
            </a:r>
          </a:p>
        </p:txBody>
      </p:sp>
      <p:pic>
        <p:nvPicPr>
          <p:cNvPr id="276" name="Google Shape;276;p1" descr="A green and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29970" t="2403" b="2403"/>
          <a:stretch/>
        </p:blipFill>
        <p:spPr>
          <a:xfrm>
            <a:off x="0" y="1"/>
            <a:ext cx="139474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"/>
          <p:cNvSpPr txBox="1">
            <a:spLocks noGrp="1"/>
          </p:cNvSpPr>
          <p:nvPr>
            <p:ph type="title"/>
          </p:nvPr>
        </p:nvSpPr>
        <p:spPr>
          <a:xfrm>
            <a:off x="402264" y="524044"/>
            <a:ext cx="1141050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sz="3600" dirty="0"/>
              <a:t>Welcome to the AI &amp; Machine Learning Summer Intensive</a:t>
            </a:r>
          </a:p>
        </p:txBody>
      </p:sp>
      <p:sp>
        <p:nvSpPr>
          <p:cNvPr id="284" name="Google Shape;284;p2"/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UNIVERSITY OF SOUTH FLORIDA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672C03-EFA4-61BC-C8FA-E18E0F03676D}"/>
              </a:ext>
            </a:extLst>
          </p:cNvPr>
          <p:cNvSpPr txBox="1"/>
          <p:nvPr/>
        </p:nvSpPr>
        <p:spPr>
          <a:xfrm>
            <a:off x="866897" y="2415662"/>
            <a:ext cx="1074716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Raiyan Abdul Baten , Dr. Kaleemunnisa  and Dr. Ankur Mali </a:t>
            </a:r>
            <a:r>
              <a:rPr lang="en-US" sz="2800" b="0" i="0" u="none" strike="noStrike" dirty="0">
                <a:solidFill>
                  <a:srgbClr val="191B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 the instructors for the program and </a:t>
            </a:r>
            <a:r>
              <a:rPr lang="en-US" sz="2800" i="0" u="none" strike="noStrike" dirty="0">
                <a:solidFill>
                  <a:srgbClr val="191B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ohammad Ratul Mahjabin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0" i="0" u="none" strike="noStrike" dirty="0">
                <a:solidFill>
                  <a:srgbClr val="191B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the teaching assistant. We will also be joined by the organizers USF  </a:t>
            </a:r>
            <a:r>
              <a:rPr lang="en-US" sz="2800" i="0" u="none" strike="noStrike" dirty="0">
                <a:solidFill>
                  <a:srgbClr val="191B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outh Experiences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E3B8EBEE-A395-2D57-9894-26CC94BC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8CDCFBA7-C541-260A-9A98-943C83BD4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3600" dirty="0"/>
              <a:t>Over the next five days, you will:</a:t>
            </a:r>
          </a:p>
        </p:txBody>
      </p:sp>
      <p:sp>
        <p:nvSpPr>
          <p:cNvPr id="284" name="Google Shape;284;p2">
            <a:extLst>
              <a:ext uri="{FF2B5EF4-FFF2-40B4-BE49-F238E27FC236}">
                <a16:creationId xmlns:a16="http://schemas.microsoft.com/office/drawing/2014/main" id="{17D4C8E0-2464-A9FD-BA69-14DBF31622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264" y="6431775"/>
            <a:ext cx="806125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UNIVERSITY OF SOUTH FLORIDA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261BB-531D-4143-B98A-81EBE7FAB788}"/>
              </a:ext>
            </a:extLst>
          </p:cNvPr>
          <p:cNvSpPr txBox="1"/>
          <p:nvPr/>
        </p:nvSpPr>
        <p:spPr>
          <a:xfrm>
            <a:off x="402265" y="1805049"/>
            <a:ext cx="114105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Learn Python programming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Explore Artificial Intelligence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 Machine Learning models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Work with real datasets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Learn Generative AI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Develop your own AI project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Present your work at the Innovation Fair </a:t>
            </a:r>
          </a:p>
          <a:p>
            <a:endParaRPr lang="en-US" sz="2400" dirty="0"/>
          </a:p>
          <a:p>
            <a:r>
              <a:rPr lang="en-US" sz="2400" dirty="0"/>
              <a:t>By Friday, you will have built an AI application that you can proudly showcase.</a:t>
            </a:r>
          </a:p>
        </p:txBody>
      </p:sp>
    </p:spTree>
    <p:extLst>
      <p:ext uri="{BB962C8B-B14F-4D97-AF65-F5344CB8AC3E}">
        <p14:creationId xmlns:p14="http://schemas.microsoft.com/office/powerpoint/2010/main" val="166895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SF 1">
      <a:dk1>
        <a:srgbClr val="000000"/>
      </a:dk1>
      <a:lt1>
        <a:srgbClr val="FFFFFF"/>
      </a:lt1>
      <a:dk2>
        <a:srgbClr val="455F69"/>
      </a:dk2>
      <a:lt2>
        <a:srgbClr val="C9D2D7"/>
      </a:lt2>
      <a:accent1>
        <a:srgbClr val="006747"/>
      </a:accent1>
      <a:accent2>
        <a:srgbClr val="EDEBD1"/>
      </a:accent2>
      <a:accent3>
        <a:srgbClr val="CFC393"/>
      </a:accent3>
      <a:accent4>
        <a:srgbClr val="9CCB3B"/>
      </a:accent4>
      <a:accent5>
        <a:srgbClr val="7E96A0"/>
      </a:accent5>
      <a:accent6>
        <a:srgbClr val="80B0A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119</Words>
  <Application>Microsoft Macintosh PowerPoint</Application>
  <PresentationFormat>Widescreen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AI &amp; Machine Learning Summer Intensive - 2026</vt:lpstr>
      <vt:lpstr>Welcome to the AI &amp; Machine Learning Summer Intensive</vt:lpstr>
      <vt:lpstr>Over the next five days, you will: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DiMercurio, Kyrstin</dc:creator>
  <cp:lastModifiedBy>Fnu Kaleemunnisa</cp:lastModifiedBy>
  <cp:revision>3</cp:revision>
  <dcterms:created xsi:type="dcterms:W3CDTF">2021-02-15T17:05:56Z</dcterms:created>
  <dcterms:modified xsi:type="dcterms:W3CDTF">2026-07-12T01:00:42Z</dcterms:modified>
</cp:coreProperties>
</file>